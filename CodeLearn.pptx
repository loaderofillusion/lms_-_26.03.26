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2BCB0-E4AB-437A-B687-4D1348746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834F3E-4E6F-43EE-A1E1-6C41B0795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3FCABB-BC37-4F8F-9232-7F23DEAFA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1E9B-BD28-4ACC-88E1-0E2FA4A6B16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CB6A40-BB43-40D3-A52A-21B21477A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1D1B64-5F35-4D5C-A6F3-47728C1AE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903D-2CD5-4A28-9449-2B5A5A165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506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3A6978-B88B-4EFB-AE81-B9F4F82B3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4552CC-CF72-451D-A315-FEB0C597C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7A15EF-9604-4CE0-8DDB-E3FBCE99B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1E9B-BD28-4ACC-88E1-0E2FA4A6B16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C1D7AF-EB0C-405B-8117-298B54E8B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48B825-5BBC-4471-8BD8-889BAEE90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903D-2CD5-4A28-9449-2B5A5A165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477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AC783-95D1-483E-A1AB-850A4DBDB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B08928-69F2-4F2B-8F23-6FC32138A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944A2F-DA39-46A2-B358-27B81A6B5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1E9B-BD28-4ACC-88E1-0E2FA4A6B16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D3A411-94D8-46E8-B773-76EE934EF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76BDC5-8E62-4A4F-9FDF-E0DA74823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903D-2CD5-4A28-9449-2B5A5A165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08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3D42D-BAEC-4CDB-A722-A99BDE671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E9CD1B-BEFA-402D-8EC9-C4B43789D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240127-90FE-45C0-8562-3D8225EE4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77C0E7-79ED-45FE-863C-452C0758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1E9B-BD28-4ACC-88E1-0E2FA4A6B16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56188D-1C76-412F-9389-E42EA746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D05F5A-11F7-47C5-B5A8-19D8B474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903D-2CD5-4A28-9449-2B5A5A165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247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A8A85-BA7F-44D9-A58F-5FFD94302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E7F11D-9A5A-4997-A42E-607F9C9F2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E9DA1E-4D01-4E83-A41C-BCB6B1E3A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4C0C0A6-434F-42A3-B718-D5D0AEBAC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DCD6E6F-304C-408B-BBDD-73349E331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E09423-8820-4300-96DC-16C7D9B76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1E9B-BD28-4ACC-88E1-0E2FA4A6B16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3453E7A-66D0-456E-A3CB-6EB068A37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88FAE00-9CB1-4EF5-B5FD-FA3B20B1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903D-2CD5-4A28-9449-2B5A5A165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0833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FBF2F-9514-4907-B931-62EAD91EC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9D01AE7-E02E-4003-A35D-C24F98E1E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1E9B-BD28-4ACC-88E1-0E2FA4A6B16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579B480-8424-43FF-AFC0-2B900F932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0A66BC-230B-4C64-A803-6D9A4DAD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903D-2CD5-4A28-9449-2B5A5A165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482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B8F30F4-2355-454E-A871-8D15B446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1E9B-BD28-4ACC-88E1-0E2FA4A6B16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A0FBE75-A351-4AA0-B11D-B05778B17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EE133A-1057-47AB-9843-FD36B71C4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903D-2CD5-4A28-9449-2B5A5A165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68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18E0C6-813E-4D35-B348-4BBFB188F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FD2CB6-0C19-4641-A569-528EE849F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353781-90D9-43A6-84CA-BB9DF134A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657626-A769-4509-A167-61D62F2B3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1E9B-BD28-4ACC-88E1-0E2FA4A6B16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0C2AE3-82F7-494E-B0FE-E29C34DD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2334AB-8C84-4A4E-BA59-10A5C2A0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903D-2CD5-4A28-9449-2B5A5A165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899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E5E94F-B202-4170-9871-DDDAB106E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5CF6AC2-A6C7-42C4-BB3D-E55E786C5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958C02C-55B5-4F5A-AC2C-BA9242654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8ECA16-3700-43A4-8F13-E0DD6F49A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1E9B-BD28-4ACC-88E1-0E2FA4A6B16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59D7F5-014C-4532-86C4-E6C3EC80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4BC32C-6D6E-4452-B76E-61DF1D59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903D-2CD5-4A28-9449-2B5A5A165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063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D4536C-7D60-4F92-A323-1CCED9D4F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9DB586-3553-49ED-AC77-C6F0C8A06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191DFA-9603-4BCE-9F5C-67A53136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1E9B-BD28-4ACC-88E1-0E2FA4A6B16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DDB991-3962-4E14-970A-1491A6AEA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A16871-0D40-4241-8C8D-0B12796D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903D-2CD5-4A28-9449-2B5A5A165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928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29D4F4C-ADDE-4CC1-BBB6-DAA08893D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9ACD7A-0222-4D28-903C-AE90BE7BB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70A5D1-727E-4BB7-906A-25CF0D5C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1E9B-BD28-4ACC-88E1-0E2FA4A6B16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2BC320-C7B1-49AB-A4D9-C7664731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762E64-6E5F-4655-B500-97F55C6F7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903D-2CD5-4A28-9449-2B5A5A165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533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9EE8A-90A5-469A-BA9A-B2C771C9D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E4D71A-DDA3-47F4-ACF9-A652BA01B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7CAC0A-C1B0-4D57-BE16-B7E133799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11E9B-BD28-4ACC-88E1-0E2FA4A6B16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9EC06F-8C3B-4426-8F45-60995EA8C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F7A03E-AD2B-48C1-8FC6-03EA952A5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4903D-2CD5-4A28-9449-2B5A5A165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02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A0187-73D7-446F-AF9B-AA70D43B65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EABFBAA-6A30-48D9-AF4D-10E4558F21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F9127A-028C-4DCA-9089-322E4CD7C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"/>
            <a:ext cx="12192000" cy="685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5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177C0-7510-4866-8961-127A09A1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4F5308-C36F-4644-AD21-0D8F16FE1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A4CAC6-1ABE-47B6-AFF2-6AC3AF88D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495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3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3704C6-A8EE-4860-8150-4CB93780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524AB0-6636-4E6F-973C-5BE9D8924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968097-8965-4638-A2B6-02F070026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9647" y="0"/>
            <a:ext cx="122620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15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936E05-5D6C-4DEA-89A3-31908EF73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885B96-17CA-44D7-AF61-EE834DB86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DD2FD1-BC1F-4B9A-9644-32608EAF4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" y="0"/>
            <a:ext cx="121709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89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903A6-2A02-4C00-B33D-51B6814E0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A48E6C-DF76-4546-AD10-8E6767A20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B11A5D3-A0CA-4723-9F5D-9D187E54E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" y="0"/>
            <a:ext cx="121709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08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Артем</dc:creator>
  <cp:lastModifiedBy>Артем</cp:lastModifiedBy>
  <cp:revision>1</cp:revision>
  <dcterms:created xsi:type="dcterms:W3CDTF">2026-03-28T19:31:57Z</dcterms:created>
  <dcterms:modified xsi:type="dcterms:W3CDTF">2026-03-28T19:32:21Z</dcterms:modified>
</cp:coreProperties>
</file>